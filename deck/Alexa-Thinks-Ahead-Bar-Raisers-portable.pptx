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://54.252.207.144/" TargetMode="External"/><Relationship Id="rId2" Type="http://schemas.openxmlformats.org/officeDocument/2006/relationships/hyperlink" Target="https://github.com/piyushk-dev/hackon_projec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6240" y="6324600"/>
            <a:ext cx="579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algn="l" indent="0" marL="0">
              <a:buNone/>
            </a:pPr>
            <a:r>
              <a:rPr lang="en-US" sz="96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Priyanshu Agarwal &amp; Piyush Kumar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21080"/>
            <a:ext cx="101346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homes run on rhythm.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homes still 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B04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wait for orders</a:t>
            </a:r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66800" y="2651760"/>
            <a:ext cx="10058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80" i="1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a multi-generational household issues dozens of commands a day to devices that never learn what happens next.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333500" y="1905000"/>
            <a:ext cx="9525000" cy="4324111"/>
          </a:xfrm>
          <a:prstGeom prst="rect">
            <a:avLst/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333500" y="1905000"/>
            <a:ext cx="9525000" cy="43241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10134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timescales, one decision — slow-learned trends meet today’s context inside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69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events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219200" y="2377440"/>
            <a:ext cx="1569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stream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3505200" y="2514600"/>
            <a:ext cx="1150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Time-series DB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5372100" y="2514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— Claude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77100" y="2377440"/>
            <a:ext cx="17602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&amp; permissions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9753600" y="2377440"/>
            <a:ext cx="126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Takes action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9753600" y="41757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context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277100" y="41757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pipeline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3505200" y="5425440"/>
            <a:ext cx="11506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model — DNN</a:t>
            </a:r>
            <a:endParaRPr lang="en-US" sz="960" dirty="0"/>
          </a:p>
        </p:txBody>
      </p:sp>
      <p:sp>
        <p:nvSpPr>
          <p:cNvPr id="59" name="Text 57"/>
          <p:cNvSpPr/>
          <p:nvPr/>
        </p:nvSpPr>
        <p:spPr>
          <a:xfrm>
            <a:off x="5372100" y="5425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1066800" y="1965960"/>
            <a:ext cx="350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 hour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66800" y="2804160"/>
            <a:ext cx="327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given back to the family every day</a:t>
            </a:r>
            <a:pPr indent="0" marL="0">
              <a:lnSpc>
                <a:spcPct val="135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small chores of remembering (geyser, motor, locks, cooling) simply stop existing.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5181600" y="199644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sets itself up.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Most people never open the routines tab — automation that demands configuration never gets adopted. This one configures itself, just by watching.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5181600" y="289560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power cut isn't an emergency.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inverter carries what matters — the online class, the grandparents' room — and quietly sheds the rest.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5181600" y="379476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than a speaker.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homes like these, the Echo in the living room stops being a music box and becomes the household's brain — that is what makes Alexa indispensable.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815840" y="2026920"/>
            <a:ext cx="0" cy="251460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6800" y="46939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6800" y="4815840"/>
            <a:ext cx="381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goes next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106680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fusion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6680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 the pressure-cooker whistle and the water-motor hum — context from sound and power signatures, no new hardware.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362712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2712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Hindi &amp; Hinglish voice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362712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suggestions in the language the household actually speaks, member by member.</a:t>
            </a:r>
            <a:endParaRPr lang="en-US" sz="870" dirty="0"/>
          </a:p>
        </p:txBody>
      </p:sp>
      <p:sp>
        <p:nvSpPr>
          <p:cNvPr id="18" name="Shape 16"/>
          <p:cNvSpPr/>
          <p:nvPr/>
        </p:nvSpPr>
        <p:spPr>
          <a:xfrm>
            <a:off x="618744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8744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by default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618744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learning moves on-device; only anonymised patterns ever reach the cloud.</a:t>
            </a:r>
            <a:endParaRPr lang="en-US" sz="870" dirty="0"/>
          </a:p>
        </p:txBody>
      </p:sp>
      <p:sp>
        <p:nvSpPr>
          <p:cNvPr id="21" name="Shape 19"/>
          <p:cNvSpPr/>
          <p:nvPr/>
        </p:nvSpPr>
        <p:spPr>
          <a:xfrm>
            <a:off x="874776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4776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Beyond one home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874776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Matter ecosystem support and society-level insight: a colony that pre-arms for the 14:00 power cut together.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F6F1E7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2026-07-10T19:49:48Z</dcterms:created>
  <dcterms:modified xsi:type="dcterms:W3CDTF">2026-07-10T19:49:48Z</dcterms:modified>
</cp:coreProperties>
</file>