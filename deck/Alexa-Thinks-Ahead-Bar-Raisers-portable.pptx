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233160"/>
            <a:ext cx="5029200" cy="335280"/>
          </a:xfrm>
          <a:prstGeom prst="roundRect">
            <a:avLst>
              <a:gd name="adj" fmla="val 49091"/>
            </a:avLst>
          </a:prstGeom>
          <a:solidFill>
            <a:srgbClr val="FFFDF8">
              <a:alpha val="92000"/>
            </a:srgbClr>
          </a:solidFill>
          <a:ln w="9525">
            <a:solidFill>
              <a:srgbClr val="DDD2B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233160"/>
            <a:ext cx="5029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algn="ctr" indent="0" marL="0">
              <a:buNone/>
            </a:pPr>
            <a:r>
              <a:rPr lang="en-US" sz="840" b="1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algn="ctr" indent="0" marL="0">
              <a:buNone/>
            </a:pPr>
            <a:r>
              <a:rPr lang="en-US" sz="8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Priyanshu Agarwal &amp; Piyush Kumar · HackOn with Amazon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36320"/>
            <a:ext cx="899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homes run on rhythm.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homes still 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B04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wait for orders</a:t>
            </a:r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066800" y="2514600"/>
            <a:ext cx="944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40" i="1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a multi-generational household issues dozens of commands a day to devices that never learn what happens next.</a:t>
            </a:r>
            <a:endParaRPr lang="en-US" sz="126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6800" y="57759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quietly, a fifth: </a:t>
            </a:r>
            <a:pPr indent="0" marL="0">
              <a:buNone/>
            </a:pPr>
            <a:r>
              <a:rPr lang="en-US" sz="990" b="1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</a:t>
            </a:r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routines are learned from the home's own history, and they stay the home's.</a:t>
            </a:r>
            <a:endParaRPr lang="en-US" sz="990" dirty="0"/>
          </a:p>
        </p:txBody>
      </p:sp>
      <p:sp>
        <p:nvSpPr>
          <p:cNvPr id="17" name="Text 15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600200" y="1722120"/>
            <a:ext cx="8991600" cy="5059680"/>
          </a:xfrm>
          <a:prstGeom prst="roundRect">
            <a:avLst>
              <a:gd name="adj" fmla="val 3253"/>
            </a:avLst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600200" y="2210980"/>
            <a:ext cx="8991600" cy="40819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runs all day —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SENSE → THINK → ACT → EXPLAIN</a:t>
            </a:r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slow-learned trends meeting today’s context in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events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19200" y="2362200"/>
            <a:ext cx="15544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353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stream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05200" y="2499360"/>
            <a:ext cx="11353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7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Time-series DB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72100" y="2499360"/>
            <a:ext cx="117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449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(Claude)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277100" y="2362200"/>
            <a:ext cx="17449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4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&amp; permissions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753600" y="2362200"/>
            <a:ext cx="12496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4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Speaks or automates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753600" y="4160520"/>
            <a:ext cx="12496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449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context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277100" y="4160520"/>
            <a:ext cx="17449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353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pipeline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505200" y="5410200"/>
            <a:ext cx="113538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7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model — DNN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372100" y="5410200"/>
            <a:ext cx="117348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106680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9540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2520" dirty="0"/>
          </a:p>
        </p:txBody>
      </p:sp>
      <p:sp>
        <p:nvSpPr>
          <p:cNvPr id="6" name="Text 4"/>
          <p:cNvSpPr/>
          <p:nvPr/>
        </p:nvSpPr>
        <p:spPr>
          <a:xfrm>
            <a:off x="129540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routines learned from one week of the family's own activity log — six members, zero hand-written rules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2712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5572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2520" dirty="0"/>
          </a:p>
        </p:txBody>
      </p:sp>
      <p:sp>
        <p:nvSpPr>
          <p:cNvPr id="9" name="Text 7"/>
          <p:cNvSpPr/>
          <p:nvPr/>
        </p:nvSpPr>
        <p:spPr>
          <a:xfrm>
            <a:off x="385572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head start — the geyser starts heating before the family is even awake, ready right at bath time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8744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1604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B04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520" dirty="0"/>
          </a:p>
        </p:txBody>
      </p:sp>
      <p:sp>
        <p:nvSpPr>
          <p:cNvPr id="12" name="Text 10"/>
          <p:cNvSpPr/>
          <p:nvPr/>
        </p:nvSpPr>
        <p:spPr>
          <a:xfrm>
            <a:off x="641604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actions before 7 AM by day 30 — water motor, geyser, locks — with zero commands spoken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74776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7636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7A4FB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~30%</a:t>
            </a:r>
            <a:endParaRPr lang="en-US" sz="2520" dirty="0"/>
          </a:p>
        </p:txBody>
      </p:sp>
      <p:sp>
        <p:nvSpPr>
          <p:cNvPr id="15" name="Text 13"/>
          <p:cNvSpPr/>
          <p:nvPr/>
        </p:nvSpPr>
        <p:spPr>
          <a:xfrm>
            <a:off x="897636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flexible load moved off the peak-tariff window, simply by acting earlier (simulated-day estimate)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66800" y="36423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for Amazon: </a:t>
            </a:r>
            <a:pPr indent="0" marL="0">
              <a:buNone/>
            </a:pPr>
            <a:r>
              <a:rPr lang="en-US" sz="99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anticipation is what turns Alexa from convenient into indispensable — deeper retention, a stronger pull into the Echo ecosystem, and trust no assistant has earned yet.</a:t>
            </a:r>
            <a:endParaRPr lang="en-US" sz="990" dirty="0"/>
          </a:p>
        </p:txBody>
      </p:sp>
      <p:sp>
        <p:nvSpPr>
          <p:cNvPr id="17" name="Text 15"/>
          <p:cNvSpPr/>
          <p:nvPr/>
        </p:nvSpPr>
        <p:spPr>
          <a:xfrm>
            <a:off x="1066800" y="4069080"/>
            <a:ext cx="381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840" dirty="0"/>
          </a:p>
        </p:txBody>
      </p:sp>
      <p:sp>
        <p:nvSpPr>
          <p:cNvPr id="18" name="Shape 16"/>
          <p:cNvSpPr/>
          <p:nvPr/>
        </p:nvSpPr>
        <p:spPr>
          <a:xfrm>
            <a:off x="106680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fusion</a:t>
            </a:r>
            <a:endParaRPr lang="en-US" sz="1140" dirty="0"/>
          </a:p>
        </p:txBody>
      </p:sp>
      <p:sp>
        <p:nvSpPr>
          <p:cNvPr id="20" name="Text 18"/>
          <p:cNvSpPr/>
          <p:nvPr/>
        </p:nvSpPr>
        <p:spPr>
          <a:xfrm>
            <a:off x="106680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the pressure-cooker whistle and the water-motor hum — context from sound and power signatures, no new hardware.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2712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2712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Hindi &amp; Hinglish voice</a:t>
            </a:r>
            <a:endParaRPr lang="en-US" sz="1140" dirty="0"/>
          </a:p>
        </p:txBody>
      </p:sp>
      <p:sp>
        <p:nvSpPr>
          <p:cNvPr id="23" name="Text 21"/>
          <p:cNvSpPr/>
          <p:nvPr/>
        </p:nvSpPr>
        <p:spPr>
          <a:xfrm>
            <a:off x="362712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suggestions in the language the household actually speaks, member by member.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8744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8744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by default</a:t>
            </a:r>
            <a:endParaRPr lang="en-US" sz="1140" dirty="0"/>
          </a:p>
        </p:txBody>
      </p:sp>
      <p:sp>
        <p:nvSpPr>
          <p:cNvPr id="26" name="Text 24"/>
          <p:cNvSpPr/>
          <p:nvPr/>
        </p:nvSpPr>
        <p:spPr>
          <a:xfrm>
            <a:off x="618744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learning moves on-device; only anonymised patterns ever reach the cloud.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74776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4776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Beyond one home</a:t>
            </a:r>
            <a:endParaRPr lang="en-US" sz="1140" dirty="0"/>
          </a:p>
        </p:txBody>
      </p:sp>
      <p:sp>
        <p:nvSpPr>
          <p:cNvPr id="29" name="Text 27"/>
          <p:cNvSpPr/>
          <p:nvPr/>
        </p:nvSpPr>
        <p:spPr>
          <a:xfrm>
            <a:off x="874776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Matter ecosystem support and society-level insight: a colony that pre-arms for the 14:00 power cut together.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6F1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2026-07-10T18:55:07Z</dcterms:created>
  <dcterms:modified xsi:type="dcterms:W3CDTF">2026-07-10T18:55:07Z</dcterms:modified>
</cp:coreProperties>
</file>