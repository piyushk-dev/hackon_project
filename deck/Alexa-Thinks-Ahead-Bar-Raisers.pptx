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timescales, one decision — slow-learned trends meet today’s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996440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80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~1 hour</a:t>
            </a:r>
            <a:endParaRPr lang="en-US" sz="2880" dirty="0"/>
          </a:p>
        </p:txBody>
      </p:sp>
      <p:sp>
        <p:nvSpPr>
          <p:cNvPr id="5" name="Text 3"/>
          <p:cNvSpPr/>
          <p:nvPr/>
        </p:nvSpPr>
        <p:spPr>
          <a:xfrm>
            <a:off x="1066800" y="2423160"/>
            <a:ext cx="327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back to the family every day</a:t>
            </a:r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small chores of remembering (geyser, motor, locks, cooling) simply stop existing.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5181600" y="19812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sets itself up.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Most people never open the routines tab — automation that demands configuration never gets adopted. This one configures itself, just by watching.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5181600" y="269748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inverter carries what matters — the online class, the grandparents' room — and quietly sheds the rest.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5181600" y="341376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than a speaker.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homes like these, the Echo in the living room stops being a music box and becomes the household's brain — that is what makes Alexa indispensable.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15840" y="1996440"/>
            <a:ext cx="0" cy="210312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6680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6680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4152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152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Location-aware context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4152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home knows its city — the electricity board's outage schedule, municipal water timings, local weather, the region's festival calendar. Alexa arrives pre-informed.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01624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624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Reflexes for emergencies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01624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Sub-100 ms on-device inference for safety-critical events — a gas leak or a fire can't wait for a 3-second cloud round-trip.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2026-07-10T20:12:15Z</dcterms:created>
  <dcterms:modified xsi:type="dcterms:W3CDTF">2026-07-10T20:12:15Z</dcterms:modified>
</cp:coreProperties>
</file>