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://54.252.207.144/" TargetMode="External"/><Relationship Id="rId2" Type="http://schemas.openxmlformats.org/officeDocument/2006/relationships/hyperlink" Target="https://github.com/piyushk-dev/hackon_proje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timescales, one decision — slow-learned trends meet today’s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965960"/>
            <a:ext cx="350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~1 hour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66800" y="2804160"/>
            <a:ext cx="327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back to the family every day</a:t>
            </a:r>
            <a:pPr indent="0" marL="0">
              <a:lnSpc>
                <a:spcPct val="135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small chores of remembering (geyser, motor, locks, cooling) simply stop existing.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5181600" y="199644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sets itself up.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Most people never open the routines tab — automation that demands configuration never gets adopted. This one configures itself, just by watching.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5181600" y="28956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inverter carries what matters — the online class, the grandparents' room — and quietly sheds the rest.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5181600" y="379476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than a speaker.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homes like these, the Echo in the living room stops being a music box and becomes the household's brain — that is what makes Alexa indispensable.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15840" y="2026920"/>
            <a:ext cx="0" cy="251460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6800" y="481584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Where this goes next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6680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6680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 the pressure-cooker whistle and the water-motor hum — context from sound and power signatures, no new hardware.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362712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2712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Hindi &amp; Hinglish voice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362712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suggestions in the language the household actually speaks, member by member.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618744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744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by default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18744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learning moves on-device; only anonymised patterns ever reach the cloud.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874776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4776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Beyond one home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874776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Matter ecosystem support and society-level insight: a colony that pre-arms for the 14:00 power cut together.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F6F1E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2026-07-10T19:49:47Z</dcterms:created>
  <dcterms:modified xsi:type="dcterms:W3CDTF">2026-07-10T19:49:47Z</dcterms:modified>
</cp:coreProperties>
</file>