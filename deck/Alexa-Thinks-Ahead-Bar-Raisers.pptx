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859280"/>
            <a:ext cx="472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THE SHARMA FAMILY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324600" y="1859280"/>
            <a:ext cx="472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SCALES</a:t>
            </a:r>
            <a:endParaRPr lang="en-US" sz="840" dirty="0"/>
          </a:p>
        </p:txBody>
      </p:sp>
      <p:sp>
        <p:nvSpPr>
          <p:cNvPr id="6" name="Text 4"/>
          <p:cNvSpPr/>
          <p:nvPr/>
        </p:nvSpPr>
        <p:spPr>
          <a:xfrm>
            <a:off x="1066800" y="2164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morning runs itself.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Hot water at bath time, the motor off before the tank overflows, doors locked behind the last person out — nobody says a word.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1066800" y="2971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inverter carries what matters — the online class, the grandparents' room — and quietly sheds the rest.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1066800" y="3779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stays the boss.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action arrives with its reason; one override, and Alexa asks first next time.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324600" y="2164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Anticipation is the feature India needs.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Power cuts, water-supply windows and tariff slots are the daily rhythm here — a purely reactive assistant cannot keep up with them.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324600" y="2971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Time-of-use tariffs are arriving nationwide.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home that moves its load before the peak window turns anticipation into money.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24600" y="3779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Amazon, it makes Alexa indispensable.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Echo already in the living room becomes the household's brain — not just another speaker.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7680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106680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80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106680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62712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2712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Hindi &amp; Hinglish voice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362712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suggestions in the language the household actually speaks, member by member.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618744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744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18744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learning moves on-device; only anonymised patterns ever reach the cloud.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874776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4776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one home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874776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Matter ecosystem support and society-level insight: a colony that pre-arms for the 14:00 power cut together.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2026-07-10T19:24:39Z</dcterms:created>
  <dcterms:modified xsi:type="dcterms:W3CDTF">2026-07-10T19:24:39Z</dcterms:modified>
</cp:coreProperties>
</file>