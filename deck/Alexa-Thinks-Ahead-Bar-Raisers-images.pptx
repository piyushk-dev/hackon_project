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video" Target="../media/media-6-2.mp4"/><Relationship Id="rId3" Type="http://schemas.microsoft.com/office/2007/relationships/media" Target="../media/media-6-2.mp4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pptx-frames/slide-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pptx-frames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pptx-frames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pptx-frames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pptx-frames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pptx-frames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600160" y="2209800"/>
            <a:ext cx="8991375" cy="4084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pptx-frames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pptx-frames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pptx-frames/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Alexa Thinks Ahead — HackOn with Amazon Season 6.0</dc:title>
  <dc:subject>PptxGenJS Presentation</dc:subject>
  <dc:creator>Team Bar Raisers</dc:creator>
  <cp:lastModifiedBy>Team Bar Raisers</cp:lastModifiedBy>
  <cp:revision>1</cp:revision>
  <dcterms:created xsi:type="dcterms:W3CDTF">2026-07-10T20:03:51Z</dcterms:created>
  <dcterms:modified xsi:type="dcterms:W3CDTF">2026-07-10T20:03:51Z</dcterms:modified>
</cp:coreProperties>
</file>